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C2F5"/>
    <a:srgbClr val="C1C1F3"/>
    <a:srgbClr val="C0C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32" d="100"/>
          <a:sy n="32" d="100"/>
        </p:scale>
        <p:origin x="1494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026D7-FB02-8CD9-7966-8E954A605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6ED3D2-3592-160A-A0FB-8651C3865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83A29-44BE-43E5-23FD-F4B519EA6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6102A-736C-417B-A33E-EAC0B3C65170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92700-31D5-1816-53E7-930044640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E14D7-E7C1-89A9-B46A-2D562E59D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334F8-B46E-44A4-BDEE-270493CE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36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0E1C5-C4E4-5F0A-39C5-EFE41FB68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F8790-F1F0-0097-B436-7D5B185DA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B1E86-F40A-9E66-7F34-9830A617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6102A-736C-417B-A33E-EAC0B3C65170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AD50F-D6C9-37DC-DA68-F95E48125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C4D65-10E8-0760-5FF6-EBDE80667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334F8-B46E-44A4-BDEE-270493CE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93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10BBE-87B1-20F1-B949-8F9B0D82A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23E54-B5D6-D40D-DC09-BBA54BFFA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D9A3D-ABAD-87C8-41D0-93F37963E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6102A-736C-417B-A33E-EAC0B3C65170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85133-4520-8C6E-002E-B8C6F38E2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AC9E6-8831-46B1-F760-943410DE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334F8-B46E-44A4-BDEE-270493CE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97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FB45B-2FDE-7C0F-2AA5-640E7F3F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A15FF-3A6B-B212-3587-F609D9017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BE761-9472-6334-F951-99740EE3D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A9188-FE9E-8350-8017-06D12F580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6102A-736C-417B-A33E-EAC0B3C65170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B8491-4598-1427-F0EB-36812F2AB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9E684-CBAC-C1F6-FDD3-6A9CFBD95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334F8-B46E-44A4-BDEE-270493CE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12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9227D-797D-2EE3-F1AF-073D7AE4F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D9D0A-531A-A126-8AAA-595729938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45C0F-682E-6FDE-C3E4-1E21184E8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917FE-3C0E-1FE7-E3FF-753C51953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63F2F0-3984-7E17-7354-598801B38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7131E8-A10C-F092-73CD-23B1BF73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6102A-736C-417B-A33E-EAC0B3C65170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6A55A-F5E2-9434-75B7-29ACC604B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CB25AB-C722-59E4-A8DC-1AA7F66C7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334F8-B46E-44A4-BDEE-270493CE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3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215D8-3A87-018C-EBF5-E686A8350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06FB88-861C-74AE-6168-8A50B174A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6102A-736C-417B-A33E-EAC0B3C65170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08F27-6B57-5309-0351-E0A4EBDC1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B924B-44D0-4980-C056-6E31FC980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334F8-B46E-44A4-BDEE-270493CE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0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30427D-61C9-7AAA-AC1F-7A36ABBD3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6102A-736C-417B-A33E-EAC0B3C65170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70BD6F-0B05-9EC4-9465-B6FB43E14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D54EC-5BAB-7B0A-7738-F34B29B5F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334F8-B46E-44A4-BDEE-270493CE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647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A66CD-D7DA-7AE3-BF85-139756741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64C17-9FDD-C09B-C316-D81DE6A95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B731B-C4EA-694E-D479-46136D2D7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F883B-4297-EAEC-F2DF-28C2E1C6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6102A-736C-417B-A33E-EAC0B3C65170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10AF3-1B58-C4D6-83F1-D7CEF4C77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B89C3-4906-C1C4-2A09-57390DFE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334F8-B46E-44A4-BDEE-270493CE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08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2B80F-991B-B3DD-1624-09846D579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09C3E1-B5FE-C2D0-7D35-2B4C09160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9DE66-E017-6B86-7320-3BCC1C8BA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4917E-C2EA-F6CB-EB02-EC704538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6102A-736C-417B-A33E-EAC0B3C65170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9CE93-3680-E84B-4390-32794FB5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98B49-5A3C-C384-13A1-C59FB76E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334F8-B46E-44A4-BDEE-270493CE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07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44776-8EDF-BEFE-6EEC-D6D0062A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78844-4FED-104F-9F42-647EFF2E3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76258-3D05-B738-6E16-9DC421EDE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6102A-736C-417B-A33E-EAC0B3C65170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424BD-FD56-BD0B-E96B-EC73193EA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4B586-F64F-85DD-8116-4B62D244E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334F8-B46E-44A4-BDEE-270493CE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9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C0C72-6E1A-F3EE-F5C1-C6695006C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06D42-43DD-9479-9F64-6E7F4E274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90CEF-60E0-8E53-1EA9-BDDE46EB7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6102A-736C-417B-A33E-EAC0B3C65170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79A7-B807-63A1-21A7-AEF7476BC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6DB18-DC41-95D0-39FB-F6ACA8C4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334F8-B46E-44A4-BDEE-270493CE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70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A3B096-6A27-3198-99AC-462F5A892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E7168-93DA-E645-B26F-192E393A9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A7947-C61F-EED3-0617-B93F5F310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F6102A-736C-417B-A33E-EAC0B3C65170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387BE-DCFC-3BF9-745B-CB8F30E15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2519B-1FAE-FDE7-269E-D010E7B5C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0334F8-B46E-44A4-BDEE-270493CE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1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C4064-1A59-AF7C-2641-9397A6B27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D0C9CB-8EA8-531B-4175-4D92866FD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73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E0858A-5DDD-4E9A-6722-6A4DFA5E1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11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FEA7C-BE44-7AFF-DC05-78B938EAA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753C38-4808-5BA6-17C2-FEF3B7AFB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710" y="-539646"/>
            <a:ext cx="12522825" cy="789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04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72836-E021-09C1-6726-D1EC81372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BB32C5-0D33-4A4B-4C89-4D8B3D437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5264"/>
            <a:ext cx="12192000" cy="722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990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ADFB4-5259-FFBE-D00F-679993DD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61E2E6-1E99-722F-D87C-E650B4BE5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13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138E6-D251-E159-A123-5A999E904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3B6AFD-E82F-46D4-B74E-20A004964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397864"/>
            <a:ext cx="22860000" cy="1571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567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984FE-4BFE-1F59-3F2A-EEDDE497C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B16831-84EB-2700-6280-1E1240FC6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43" y="-243840"/>
            <a:ext cx="12229943" cy="736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24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C3C2F5"/>
            </a:gs>
            <a:gs pos="83000">
              <a:srgbClr val="C1C1F3"/>
            </a:gs>
            <a:gs pos="100000">
              <a:srgbClr val="C0C1F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48FB4-3669-22CA-FF03-1FF4572D9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AAEE69-640D-30B6-67FA-DC074543C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45" y="0"/>
            <a:ext cx="11063909" cy="848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509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D6739-7A61-2947-F634-5B904DDAD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D99C5D-E46E-FF6A-06E8-68F781D34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37160"/>
            <a:ext cx="12192000" cy="713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154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C3C2F5"/>
            </a:gs>
            <a:gs pos="83000">
              <a:srgbClr val="C1C1F3"/>
            </a:gs>
            <a:gs pos="100000">
              <a:srgbClr val="C0C1F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7D9F9-4489-71E7-7CCE-3A80AFB43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DB18B0-5DCA-5DE9-B977-F51EC8449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279" y="0"/>
            <a:ext cx="76554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53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C3C2F5"/>
            </a:gs>
            <a:gs pos="83000">
              <a:srgbClr val="C1C1F3"/>
            </a:gs>
            <a:gs pos="100000">
              <a:srgbClr val="C0C1F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435CC-7FA0-D67C-3439-359CF42C6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4B084E-BA1A-0824-4DA5-05DC9AE79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266" y="0"/>
            <a:ext cx="86354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45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AB4B5-F262-5124-C4C6-DADC646B5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493DC3-E5B1-70DF-44F1-EFD1AC1A0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931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C3C2F5"/>
            </a:gs>
            <a:gs pos="83000">
              <a:srgbClr val="C1C1F3"/>
            </a:gs>
            <a:gs pos="100000">
              <a:srgbClr val="C0C1F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9BFDF-C1C2-F015-D6B6-B94EBCF2C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92DAC4-2E76-4068-0C02-7F87D59C6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04" y="0"/>
            <a:ext cx="10856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598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rgbClr val="C3C2F5"/>
            </a:gs>
            <a:gs pos="83000">
              <a:srgbClr val="C1C1F3"/>
            </a:gs>
            <a:gs pos="100000">
              <a:srgbClr val="C0C1F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180023-36DF-DE17-1A27-274FBE4D0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77C3A6-9DA2-458F-A7D4-50F21C763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07" y="0"/>
            <a:ext cx="115909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8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1A52E-5639-D7A1-7E44-D6AEC092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46411E-2E6D-6E4D-C58C-AFD96786D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66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Sanchez</dc:creator>
  <cp:lastModifiedBy>Miguel Sanchez</cp:lastModifiedBy>
  <cp:revision>1</cp:revision>
  <dcterms:created xsi:type="dcterms:W3CDTF">2026-05-04T20:58:52Z</dcterms:created>
  <dcterms:modified xsi:type="dcterms:W3CDTF">2026-05-04T21:11:08Z</dcterms:modified>
</cp:coreProperties>
</file>